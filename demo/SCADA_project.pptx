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64" r:id="rId2"/>
    <p:sldId id="257" r:id="rId3"/>
    <p:sldId id="258" r:id="rId4"/>
    <p:sldId id="261" r:id="rId5"/>
    <p:sldId id="259" r:id="rId6"/>
    <p:sldId id="262" r:id="rId7"/>
    <p:sldId id="265" r:id="rId8"/>
    <p:sldId id="260" r:id="rId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4827BA-D83F-432B-8BB3-9A1341AC71A0}" v="47" dt="2023-02-02T09:02:11.422"/>
  </p1510:revLst>
</p1510:revInfo>
</file>

<file path=ppt/tableStyles.xml><?xml version="1.0" encoding="utf-8"?>
<a:tblStyleLst xmlns:a="http://schemas.openxmlformats.org/drawingml/2006/main" def="{8C340B0B-6CC3-454F-905E-1137773BADF3}">
  <a:tblStyle styleId="{8C340B0B-6CC3-454F-905E-1137773BADF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D982B76-083E-44EE-A541-5E1ADE81FB3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83" d="100"/>
          <a:sy n="83" d="100"/>
        </p:scale>
        <p:origin x="14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ttatray Sawant" userId="100300008cc2917c" providerId="None" clId="Web-{DC4827BA-D83F-432B-8BB3-9A1341AC71A0}"/>
    <pc:docChg chg="addSld modSld">
      <pc:chgData name="Dattatray Sawant" userId="100300008cc2917c" providerId="None" clId="Web-{DC4827BA-D83F-432B-8BB3-9A1341AC71A0}" dt="2023-02-02T09:02:09.734" v="44" actId="20577"/>
      <pc:docMkLst>
        <pc:docMk/>
      </pc:docMkLst>
      <pc:sldChg chg="modSp add replId">
        <pc:chgData name="Dattatray Sawant" userId="100300008cc2917c" providerId="None" clId="Web-{DC4827BA-D83F-432B-8BB3-9A1341AC71A0}" dt="2023-02-02T09:01:53.046" v="26" actId="20577"/>
        <pc:sldMkLst>
          <pc:docMk/>
          <pc:sldMk cId="3618891074" sldId="257"/>
        </pc:sldMkLst>
        <pc:spChg chg="mod">
          <ac:chgData name="Dattatray Sawant" userId="100300008cc2917c" providerId="None" clId="Web-{DC4827BA-D83F-432B-8BB3-9A1341AC71A0}" dt="2023-02-02T09:01:50.249" v="25" actId="20577"/>
          <ac:spMkLst>
            <pc:docMk/>
            <pc:sldMk cId="3618891074" sldId="257"/>
            <ac:spMk id="88" creationId="{00000000-0000-0000-0000-000000000000}"/>
          </ac:spMkLst>
        </pc:spChg>
        <pc:spChg chg="mod">
          <ac:chgData name="Dattatray Sawant" userId="100300008cc2917c" providerId="None" clId="Web-{DC4827BA-D83F-432B-8BB3-9A1341AC71A0}" dt="2023-02-02T09:01:53.046" v="26" actId="20577"/>
          <ac:spMkLst>
            <pc:docMk/>
            <pc:sldMk cId="3618891074" sldId="257"/>
            <ac:spMk id="89" creationId="{00000000-0000-0000-0000-000000000000}"/>
          </ac:spMkLst>
        </pc:spChg>
      </pc:sldChg>
      <pc:sldChg chg="modSp add replId">
        <pc:chgData name="Dattatray Sawant" userId="100300008cc2917c" providerId="None" clId="Web-{DC4827BA-D83F-432B-8BB3-9A1341AC71A0}" dt="2023-02-02T09:02:09.734" v="44" actId="20577"/>
        <pc:sldMkLst>
          <pc:docMk/>
          <pc:sldMk cId="4189895109" sldId="258"/>
        </pc:sldMkLst>
        <pc:spChg chg="mod">
          <ac:chgData name="Dattatray Sawant" userId="100300008cc2917c" providerId="None" clId="Web-{DC4827BA-D83F-432B-8BB3-9A1341AC71A0}" dt="2023-02-02T09:02:09.734" v="44" actId="20577"/>
          <ac:spMkLst>
            <pc:docMk/>
            <pc:sldMk cId="4189895109" sldId="258"/>
            <ac:spMk id="88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186F9F-97D0-4DC8-AAC1-D002272239B1}" type="doc">
      <dgm:prSet loTypeId="urn:microsoft.com/office/officeart/2005/8/layout/StepDown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A1CD4A9-514F-43AD-A41D-87BA5FFFFFD3}">
      <dgm:prSet phldrT="[Text]" phldr="0"/>
      <dgm:spPr/>
      <dgm:t>
        <a:bodyPr/>
        <a:lstStyle/>
        <a:p>
          <a:r>
            <a:rPr lang="en-US" dirty="0">
              <a:latin typeface="Arial"/>
            </a:rPr>
            <a:t>Mic</a:t>
          </a:r>
          <a:endParaRPr lang="en-US" dirty="0"/>
        </a:p>
      </dgm:t>
    </dgm:pt>
    <dgm:pt modelId="{4F05C6CC-56B6-4C89-B473-EFC0A3865D9C}" type="parTrans" cxnId="{DE7E24B7-ACFA-4A93-AE4A-F3871B1843DD}">
      <dgm:prSet/>
      <dgm:spPr/>
      <dgm:t>
        <a:bodyPr/>
        <a:lstStyle/>
        <a:p>
          <a:endParaRPr lang="en-US"/>
        </a:p>
      </dgm:t>
    </dgm:pt>
    <dgm:pt modelId="{D8E2FDDD-0ABF-42E1-BD71-AB54C1FD32D9}" type="sibTrans" cxnId="{DE7E24B7-ACFA-4A93-AE4A-F3871B1843DD}">
      <dgm:prSet/>
      <dgm:spPr/>
      <dgm:t>
        <a:bodyPr/>
        <a:lstStyle/>
        <a:p>
          <a:endParaRPr lang="en-US"/>
        </a:p>
      </dgm:t>
    </dgm:pt>
    <dgm:pt modelId="{E7AB47E4-BEC7-4D62-A180-49FA89841FE5}">
      <dgm:prSet phldrT="[Text]" phldr="0" custT="1"/>
      <dgm:spPr/>
      <dgm:t>
        <a:bodyPr/>
        <a:lstStyle/>
        <a:p>
          <a:pPr rtl="0"/>
          <a:r>
            <a:rPr lang="en-US" sz="1400" dirty="0">
              <a:latin typeface="Arial"/>
            </a:rPr>
            <a:t>Collects audio</a:t>
          </a:r>
          <a:endParaRPr lang="en-US" sz="1400" dirty="0"/>
        </a:p>
      </dgm:t>
    </dgm:pt>
    <dgm:pt modelId="{05463B06-5502-45C1-B461-D7A56B0183B7}" type="parTrans" cxnId="{90C2FEA9-C8BA-47AA-858E-00914609A999}">
      <dgm:prSet/>
      <dgm:spPr/>
      <dgm:t>
        <a:bodyPr/>
        <a:lstStyle/>
        <a:p>
          <a:endParaRPr lang="en-US"/>
        </a:p>
      </dgm:t>
    </dgm:pt>
    <dgm:pt modelId="{AD9933CC-11D9-45B7-9ED4-BE87554CC4F1}" type="sibTrans" cxnId="{90C2FEA9-C8BA-47AA-858E-00914609A999}">
      <dgm:prSet/>
      <dgm:spPr/>
      <dgm:t>
        <a:bodyPr/>
        <a:lstStyle/>
        <a:p>
          <a:endParaRPr lang="en-US"/>
        </a:p>
      </dgm:t>
    </dgm:pt>
    <dgm:pt modelId="{FAD3E14E-AB9E-4F26-A6B5-4EF5DF2263B0}">
      <dgm:prSet phldrT="[Text]" phldr="0"/>
      <dgm:spPr/>
      <dgm:t>
        <a:bodyPr/>
        <a:lstStyle/>
        <a:p>
          <a:r>
            <a:rPr lang="en-US" dirty="0" err="1" smtClean="0">
              <a:latin typeface="Arial"/>
            </a:rPr>
            <a:t>Labview</a:t>
          </a:r>
          <a:endParaRPr lang="en-US" dirty="0"/>
        </a:p>
      </dgm:t>
    </dgm:pt>
    <dgm:pt modelId="{C47FCA35-DBB6-4737-AF03-C532865A9EB3}" type="parTrans" cxnId="{3EBA7F6C-0388-4584-9D43-25FFB54B0FF4}">
      <dgm:prSet/>
      <dgm:spPr/>
      <dgm:t>
        <a:bodyPr/>
        <a:lstStyle/>
        <a:p>
          <a:endParaRPr lang="en-US"/>
        </a:p>
      </dgm:t>
    </dgm:pt>
    <dgm:pt modelId="{C4C1BCAD-88B6-4DEB-9533-E6986360B2E9}" type="sibTrans" cxnId="{3EBA7F6C-0388-4584-9D43-25FFB54B0FF4}">
      <dgm:prSet/>
      <dgm:spPr/>
      <dgm:t>
        <a:bodyPr/>
        <a:lstStyle/>
        <a:p>
          <a:endParaRPr lang="en-US"/>
        </a:p>
      </dgm:t>
    </dgm:pt>
    <dgm:pt modelId="{B3504B21-98A2-4479-9112-FACC592823BE}">
      <dgm:prSet phldrT="[Text]" phldr="0" custT="1"/>
      <dgm:spPr/>
      <dgm:t>
        <a:bodyPr/>
        <a:lstStyle/>
        <a:p>
          <a:pPr rtl="0"/>
          <a:r>
            <a:rPr lang="en-US" sz="1400" dirty="0" smtClean="0">
              <a:latin typeface="Arial"/>
            </a:rPr>
            <a:t>Creates .wav file</a:t>
          </a:r>
          <a:endParaRPr lang="en-US" sz="1400" dirty="0"/>
        </a:p>
      </dgm:t>
    </dgm:pt>
    <dgm:pt modelId="{06ED1CBC-3646-43F1-AEBE-D1FFEF009F90}" type="parTrans" cxnId="{F9DB317A-54DC-4D20-8434-CBCAD62119D3}">
      <dgm:prSet/>
      <dgm:spPr/>
      <dgm:t>
        <a:bodyPr/>
        <a:lstStyle/>
        <a:p>
          <a:endParaRPr lang="en-US"/>
        </a:p>
      </dgm:t>
    </dgm:pt>
    <dgm:pt modelId="{2F57FE96-5577-4F4C-8899-4A2842AB705D}" type="sibTrans" cxnId="{F9DB317A-54DC-4D20-8434-CBCAD62119D3}">
      <dgm:prSet/>
      <dgm:spPr/>
      <dgm:t>
        <a:bodyPr/>
        <a:lstStyle/>
        <a:p>
          <a:endParaRPr lang="en-US"/>
        </a:p>
      </dgm:t>
    </dgm:pt>
    <dgm:pt modelId="{2E728774-2F52-4F47-84F2-D41C6CF68158}">
      <dgm:prSet phldrT="[Text]" phldr="0"/>
      <dgm:spPr/>
      <dgm:t>
        <a:bodyPr/>
        <a:lstStyle/>
        <a:p>
          <a:r>
            <a:rPr lang="en-US" dirty="0" smtClean="0"/>
            <a:t>Server</a:t>
          </a:r>
          <a:endParaRPr lang="en-US" dirty="0"/>
        </a:p>
      </dgm:t>
    </dgm:pt>
    <dgm:pt modelId="{3B6F95F2-5AFF-4ACC-836A-CA40A8C4800E}" type="parTrans" cxnId="{F1D6BB35-50C9-4F32-930B-99B9AB86D0B0}">
      <dgm:prSet/>
      <dgm:spPr/>
      <dgm:t>
        <a:bodyPr/>
        <a:lstStyle/>
        <a:p>
          <a:endParaRPr lang="en-US"/>
        </a:p>
      </dgm:t>
    </dgm:pt>
    <dgm:pt modelId="{CF842945-5EDC-434E-BEB5-50827050698E}" type="sibTrans" cxnId="{F1D6BB35-50C9-4F32-930B-99B9AB86D0B0}">
      <dgm:prSet/>
      <dgm:spPr/>
      <dgm:t>
        <a:bodyPr/>
        <a:lstStyle/>
        <a:p>
          <a:endParaRPr lang="en-US"/>
        </a:p>
      </dgm:t>
    </dgm:pt>
    <dgm:pt modelId="{23DBBF13-1D52-474F-97A9-99488F98F43E}">
      <dgm:prSet phldrT="[Text]" phldr="0" custT="1"/>
      <dgm:spPr/>
      <dgm:t>
        <a:bodyPr/>
        <a:lstStyle/>
        <a:p>
          <a:pPr rtl="0"/>
          <a:r>
            <a:rPr lang="en-US" sz="1400" dirty="0" smtClean="0">
              <a:latin typeface="Arial"/>
            </a:rPr>
            <a:t>Predict</a:t>
          </a:r>
          <a:r>
            <a:rPr lang="en-US" sz="1400" baseline="0" dirty="0" smtClean="0">
              <a:latin typeface="Arial"/>
            </a:rPr>
            <a:t> whether siren or not </a:t>
          </a:r>
          <a:endParaRPr lang="en-US" sz="1400" dirty="0">
            <a:latin typeface="Arial"/>
          </a:endParaRPr>
        </a:p>
      </dgm:t>
    </dgm:pt>
    <dgm:pt modelId="{BCC312D3-6508-4608-8B08-CA4320A3A022}" type="parTrans" cxnId="{122B53A2-0406-41BB-839E-CBE412C177E1}">
      <dgm:prSet/>
      <dgm:spPr/>
      <dgm:t>
        <a:bodyPr/>
        <a:lstStyle/>
        <a:p>
          <a:endParaRPr lang="en-US"/>
        </a:p>
      </dgm:t>
    </dgm:pt>
    <dgm:pt modelId="{796F8E6F-A007-428C-8285-36DD5C8DA485}" type="sibTrans" cxnId="{122B53A2-0406-41BB-839E-CBE412C177E1}">
      <dgm:prSet/>
      <dgm:spPr/>
      <dgm:t>
        <a:bodyPr/>
        <a:lstStyle/>
        <a:p>
          <a:endParaRPr lang="en-US"/>
        </a:p>
      </dgm:t>
    </dgm:pt>
    <dgm:pt modelId="{47B675C9-16DD-444B-AC5E-8E7E7428D8AC}">
      <dgm:prSet phldr="0"/>
      <dgm:spPr/>
      <dgm:t>
        <a:bodyPr/>
        <a:lstStyle/>
        <a:p>
          <a:r>
            <a:rPr lang="en-US" sz="2200" dirty="0">
              <a:latin typeface="Arial"/>
            </a:rPr>
            <a:t>LED</a:t>
          </a:r>
          <a:endParaRPr lang="en-US" sz="2200" dirty="0"/>
        </a:p>
      </dgm:t>
    </dgm:pt>
    <dgm:pt modelId="{5CEEF6C7-1B4A-42F1-BC7C-44829125849D}" type="parTrans" cxnId="{DED59D1C-EAB1-45D1-9ABD-86A1DA032487}">
      <dgm:prSet/>
      <dgm:spPr/>
      <dgm:t>
        <a:bodyPr/>
        <a:lstStyle/>
        <a:p>
          <a:endParaRPr lang="en-IN"/>
        </a:p>
      </dgm:t>
    </dgm:pt>
    <dgm:pt modelId="{A27EF762-C825-4712-8491-42EC31CB138D}" type="sibTrans" cxnId="{DED59D1C-EAB1-45D1-9ABD-86A1DA032487}">
      <dgm:prSet/>
      <dgm:spPr/>
      <dgm:t>
        <a:bodyPr/>
        <a:lstStyle/>
        <a:p>
          <a:endParaRPr lang="en-US"/>
        </a:p>
      </dgm:t>
    </dgm:pt>
    <dgm:pt modelId="{99D27C96-1F69-40C8-9DD0-2155D1910924}">
      <dgm:prSet phldr="0" custT="1"/>
      <dgm:spPr/>
      <dgm:t>
        <a:bodyPr/>
        <a:lstStyle/>
        <a:p>
          <a:pPr rtl="0"/>
          <a:r>
            <a:rPr lang="en-US" sz="1400" dirty="0">
              <a:latin typeface="Arial"/>
            </a:rPr>
            <a:t>Shows predicted output</a:t>
          </a:r>
        </a:p>
      </dgm:t>
    </dgm:pt>
    <dgm:pt modelId="{46D7378D-7AA2-424A-AE9F-A4AB6C79C6C1}" type="parTrans" cxnId="{32A5D6E9-63C9-4E62-B2C6-7FC1347688B5}">
      <dgm:prSet/>
      <dgm:spPr/>
      <dgm:t>
        <a:bodyPr/>
        <a:lstStyle/>
        <a:p>
          <a:endParaRPr lang="en-IN"/>
        </a:p>
      </dgm:t>
    </dgm:pt>
    <dgm:pt modelId="{C181F409-D523-4588-ADF2-6F73980CD853}" type="sibTrans" cxnId="{32A5D6E9-63C9-4E62-B2C6-7FC1347688B5}">
      <dgm:prSet/>
      <dgm:spPr/>
      <dgm:t>
        <a:bodyPr/>
        <a:lstStyle/>
        <a:p>
          <a:endParaRPr lang="en-IN"/>
        </a:p>
      </dgm:t>
    </dgm:pt>
    <dgm:pt modelId="{094631E1-8F3F-418D-838A-1784B6516D71}">
      <dgm:prSet phldrT="[Text]" phldr="0" custT="1"/>
      <dgm:spPr/>
      <dgm:t>
        <a:bodyPr/>
        <a:lstStyle/>
        <a:p>
          <a:pPr rtl="0"/>
          <a:r>
            <a:rPr lang="en-US" sz="1400" dirty="0" smtClean="0">
              <a:latin typeface="Arial"/>
            </a:rPr>
            <a:t>Posts request to server </a:t>
          </a:r>
          <a:endParaRPr lang="en-US" sz="1400" dirty="0"/>
        </a:p>
      </dgm:t>
    </dgm:pt>
    <dgm:pt modelId="{0B411F42-C3E9-4A2D-9748-0A5325F5E3F6}" type="parTrans" cxnId="{01F16C10-B0A2-4F4C-9A8E-600E6E6EC8B6}">
      <dgm:prSet/>
      <dgm:spPr/>
      <dgm:t>
        <a:bodyPr/>
        <a:lstStyle/>
        <a:p>
          <a:endParaRPr lang="en-IN"/>
        </a:p>
      </dgm:t>
    </dgm:pt>
    <dgm:pt modelId="{2BD223A0-B4D0-4D37-B0CE-D1AF320A121C}" type="sibTrans" cxnId="{01F16C10-B0A2-4F4C-9A8E-600E6E6EC8B6}">
      <dgm:prSet/>
      <dgm:spPr/>
      <dgm:t>
        <a:bodyPr/>
        <a:lstStyle/>
        <a:p>
          <a:endParaRPr lang="en-IN"/>
        </a:p>
      </dgm:t>
    </dgm:pt>
    <dgm:pt modelId="{AA478805-0CA3-4E87-9BF8-DAEBFDCD32ED}">
      <dgm:prSet phldrT="[Text]" phldr="0" custT="1"/>
      <dgm:spPr/>
      <dgm:t>
        <a:bodyPr/>
        <a:lstStyle/>
        <a:p>
          <a:pPr rtl="0"/>
          <a:r>
            <a:rPr lang="en-US" sz="1400" dirty="0" smtClean="0">
              <a:latin typeface="Arial"/>
            </a:rPr>
            <a:t>Sends response to </a:t>
          </a:r>
          <a:r>
            <a:rPr lang="en-US" sz="1400" dirty="0" err="1" smtClean="0">
              <a:latin typeface="Arial"/>
            </a:rPr>
            <a:t>Labview</a:t>
          </a:r>
          <a:endParaRPr lang="en-US" sz="1400" dirty="0">
            <a:latin typeface="Arial"/>
          </a:endParaRPr>
        </a:p>
      </dgm:t>
    </dgm:pt>
    <dgm:pt modelId="{E474CB18-88B9-4929-8E08-CA9C472A0003}" type="parTrans" cxnId="{A2EA01BD-541F-46F4-A4B8-A7E30C9FABD7}">
      <dgm:prSet/>
      <dgm:spPr/>
      <dgm:t>
        <a:bodyPr/>
        <a:lstStyle/>
        <a:p>
          <a:endParaRPr lang="en-IN"/>
        </a:p>
      </dgm:t>
    </dgm:pt>
    <dgm:pt modelId="{CA7765AE-8CF4-4CF6-831C-376876C419A0}" type="sibTrans" cxnId="{A2EA01BD-541F-46F4-A4B8-A7E30C9FABD7}">
      <dgm:prSet/>
      <dgm:spPr/>
      <dgm:t>
        <a:bodyPr/>
        <a:lstStyle/>
        <a:p>
          <a:endParaRPr lang="en-IN"/>
        </a:p>
      </dgm:t>
    </dgm:pt>
    <dgm:pt modelId="{1B4F17E3-4CE3-4228-B28A-FC0B168023F7}">
      <dgm:prSet/>
      <dgm:spPr/>
      <dgm:t>
        <a:bodyPr/>
        <a:lstStyle/>
        <a:p>
          <a:r>
            <a:rPr lang="en-US" dirty="0" err="1" smtClean="0"/>
            <a:t>Labview</a:t>
          </a:r>
          <a:endParaRPr lang="en-IN" dirty="0"/>
        </a:p>
      </dgm:t>
    </dgm:pt>
    <dgm:pt modelId="{20635CBC-8C57-4FA0-9E97-54B43DC8E0CA}" type="parTrans" cxnId="{66EDBA8F-0402-40DB-B800-C5DDAF1D72BB}">
      <dgm:prSet/>
      <dgm:spPr/>
      <dgm:t>
        <a:bodyPr/>
        <a:lstStyle/>
        <a:p>
          <a:endParaRPr lang="en-IN"/>
        </a:p>
      </dgm:t>
    </dgm:pt>
    <dgm:pt modelId="{AD472214-5465-4C5F-8729-0BAFBB8ADBC7}" type="sibTrans" cxnId="{66EDBA8F-0402-40DB-B800-C5DDAF1D72BB}">
      <dgm:prSet/>
      <dgm:spPr/>
      <dgm:t>
        <a:bodyPr/>
        <a:lstStyle/>
        <a:p>
          <a:endParaRPr lang="en-IN"/>
        </a:p>
      </dgm:t>
    </dgm:pt>
    <dgm:pt modelId="{A7093F83-4557-4042-BB4D-FBD43D75D4A8}">
      <dgm:prSet custT="1"/>
      <dgm:spPr/>
      <dgm:t>
        <a:bodyPr/>
        <a:lstStyle/>
        <a:p>
          <a:r>
            <a:rPr lang="en-US" sz="1400" dirty="0" smtClean="0"/>
            <a:t>Handles response </a:t>
          </a:r>
          <a:endParaRPr lang="en-IN" sz="1400" dirty="0"/>
        </a:p>
      </dgm:t>
    </dgm:pt>
    <dgm:pt modelId="{847F1D1F-BD33-45D1-AC6C-39628BFAFD0F}" type="parTrans" cxnId="{F68771A6-9E91-4DD1-BB9D-64639690CB43}">
      <dgm:prSet/>
      <dgm:spPr/>
      <dgm:t>
        <a:bodyPr/>
        <a:lstStyle/>
        <a:p>
          <a:endParaRPr lang="en-IN"/>
        </a:p>
      </dgm:t>
    </dgm:pt>
    <dgm:pt modelId="{DF4B4B96-252C-43C2-BA26-E0B09FFDB872}" type="sibTrans" cxnId="{F68771A6-9E91-4DD1-BB9D-64639690CB43}">
      <dgm:prSet/>
      <dgm:spPr/>
      <dgm:t>
        <a:bodyPr/>
        <a:lstStyle/>
        <a:p>
          <a:endParaRPr lang="en-IN"/>
        </a:p>
      </dgm:t>
    </dgm:pt>
    <dgm:pt modelId="{630CD2F4-6B6A-4BBF-84AF-D783FE75F1F4}">
      <dgm:prSet custT="1"/>
      <dgm:spPr/>
      <dgm:t>
        <a:bodyPr/>
        <a:lstStyle/>
        <a:p>
          <a:r>
            <a:rPr lang="en-US" sz="1400" dirty="0" smtClean="0"/>
            <a:t>Sends output to </a:t>
          </a:r>
          <a:r>
            <a:rPr lang="en-US" sz="1400" dirty="0" err="1" smtClean="0"/>
            <a:t>arduino</a:t>
          </a:r>
          <a:endParaRPr lang="en-IN" sz="1400" dirty="0"/>
        </a:p>
      </dgm:t>
    </dgm:pt>
    <dgm:pt modelId="{0B7F6661-09A3-494B-A23F-F0F350D1511D}" type="parTrans" cxnId="{1A96E893-C790-44BD-845B-364D7AA54ADF}">
      <dgm:prSet/>
      <dgm:spPr/>
      <dgm:t>
        <a:bodyPr/>
        <a:lstStyle/>
        <a:p>
          <a:endParaRPr lang="en-IN"/>
        </a:p>
      </dgm:t>
    </dgm:pt>
    <dgm:pt modelId="{23C97249-E5D9-4878-B437-243EF69416D7}" type="sibTrans" cxnId="{1A96E893-C790-44BD-845B-364D7AA54ADF}">
      <dgm:prSet/>
      <dgm:spPr/>
      <dgm:t>
        <a:bodyPr/>
        <a:lstStyle/>
        <a:p>
          <a:endParaRPr lang="en-IN"/>
        </a:p>
      </dgm:t>
    </dgm:pt>
    <dgm:pt modelId="{CA61AEDF-E8DC-48A8-91DB-6755FFF72E04}" type="pres">
      <dgm:prSet presAssocID="{76186F9F-97D0-4DC8-AAC1-D002272239B1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6B0DD793-4EF4-4F32-AD9A-1E6DE4656ACF}" type="pres">
      <dgm:prSet presAssocID="{3A1CD4A9-514F-43AD-A41D-87BA5FFFFFD3}" presName="composite" presStyleCnt="0"/>
      <dgm:spPr/>
    </dgm:pt>
    <dgm:pt modelId="{7BB3EB5C-7F6E-4A7F-9209-196D863443CA}" type="pres">
      <dgm:prSet presAssocID="{3A1CD4A9-514F-43AD-A41D-87BA5FFFFFD3}" presName="bentUpArrow1" presStyleLbl="alignImgPlace1" presStyleIdx="0" presStyleCnt="4" custLinFactNeighborY="0"/>
      <dgm:spPr/>
    </dgm:pt>
    <dgm:pt modelId="{E3F18FBB-99CC-4598-BF28-FEF50C01140F}" type="pres">
      <dgm:prSet presAssocID="{3A1CD4A9-514F-43AD-A41D-87BA5FFFFFD3}" presName="ParentText" presStyleLbl="node1" presStyleIdx="0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722204E-D27B-4FC9-80FE-3E406C06DDED}" type="pres">
      <dgm:prSet presAssocID="{3A1CD4A9-514F-43AD-A41D-87BA5FFFFFD3}" presName="ChildText" presStyleLbl="revTx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67D0372-9FA3-41FD-ADC2-67D03B4EBC10}" type="pres">
      <dgm:prSet presAssocID="{D8E2FDDD-0ABF-42E1-BD71-AB54C1FD32D9}" presName="sibTrans" presStyleCnt="0"/>
      <dgm:spPr/>
    </dgm:pt>
    <dgm:pt modelId="{32CFA3AF-1E8E-4B06-A340-36AE07D2F0CF}" type="pres">
      <dgm:prSet presAssocID="{FAD3E14E-AB9E-4F26-A6B5-4EF5DF2263B0}" presName="composite" presStyleCnt="0"/>
      <dgm:spPr/>
    </dgm:pt>
    <dgm:pt modelId="{35A97252-73C4-4836-8C4D-C1CF6230FA72}" type="pres">
      <dgm:prSet presAssocID="{FAD3E14E-AB9E-4F26-A6B5-4EF5DF2263B0}" presName="bentUpArrow1" presStyleLbl="alignImgPlace1" presStyleIdx="1" presStyleCnt="4"/>
      <dgm:spPr/>
    </dgm:pt>
    <dgm:pt modelId="{A61F31A0-0C90-420F-BD38-BBD08796B3E1}" type="pres">
      <dgm:prSet presAssocID="{FAD3E14E-AB9E-4F26-A6B5-4EF5DF2263B0}" presName="ParentText" presStyleLbl="node1" presStyleIdx="1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4C24D8D-96B0-43C2-8026-2D893618D433}" type="pres">
      <dgm:prSet presAssocID="{FAD3E14E-AB9E-4F26-A6B5-4EF5DF2263B0}" presName="ChildText" presStyleLbl="revTx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79502ED-717A-4F56-A61C-830DBE2B6411}" type="pres">
      <dgm:prSet presAssocID="{C4C1BCAD-88B6-4DEB-9533-E6986360B2E9}" presName="sibTrans" presStyleCnt="0"/>
      <dgm:spPr/>
    </dgm:pt>
    <dgm:pt modelId="{D2413311-24D3-48F1-A387-20CB47C1D860}" type="pres">
      <dgm:prSet presAssocID="{2E728774-2F52-4F47-84F2-D41C6CF68158}" presName="composite" presStyleCnt="0"/>
      <dgm:spPr/>
    </dgm:pt>
    <dgm:pt modelId="{1FAC13A2-A3C9-4BEF-87A4-9EEA68D65AA5}" type="pres">
      <dgm:prSet presAssocID="{2E728774-2F52-4F47-84F2-D41C6CF68158}" presName="bentUpArrow1" presStyleLbl="alignImgPlace1" presStyleIdx="2" presStyleCnt="4"/>
      <dgm:spPr/>
    </dgm:pt>
    <dgm:pt modelId="{22CBAD90-543E-4A77-97C6-30F162088561}" type="pres">
      <dgm:prSet presAssocID="{2E728774-2F52-4F47-84F2-D41C6CF68158}" presName="ParentText" presStyleLbl="node1" presStyleIdx="2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F5B8F9D-7FBF-4917-8F72-A818D0B6CDDD}" type="pres">
      <dgm:prSet presAssocID="{2E728774-2F52-4F47-84F2-D41C6CF68158}" presName="ChildText" presStyleLbl="revTx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120EDBE-4C07-45A3-9468-EEB51CE5F677}" type="pres">
      <dgm:prSet presAssocID="{CF842945-5EDC-434E-BEB5-50827050698E}" presName="sibTrans" presStyleCnt="0"/>
      <dgm:spPr/>
    </dgm:pt>
    <dgm:pt modelId="{89B27A98-EAE2-400C-8DA3-72B30CCDEDF8}" type="pres">
      <dgm:prSet presAssocID="{1B4F17E3-4CE3-4228-B28A-FC0B168023F7}" presName="composite" presStyleCnt="0"/>
      <dgm:spPr/>
    </dgm:pt>
    <dgm:pt modelId="{25F3E2B7-BF56-4E4C-812A-DD0519ED0C70}" type="pres">
      <dgm:prSet presAssocID="{1B4F17E3-4CE3-4228-B28A-FC0B168023F7}" presName="bentUpArrow1" presStyleLbl="alignImgPlace1" presStyleIdx="3" presStyleCnt="4"/>
      <dgm:spPr/>
    </dgm:pt>
    <dgm:pt modelId="{504E9226-DFD4-43E6-A3F3-2D7480221CD1}" type="pres">
      <dgm:prSet presAssocID="{1B4F17E3-4CE3-4228-B28A-FC0B168023F7}" presName="ParentText" presStyleLbl="node1" presStyleIdx="3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73B23FF-AD78-42FD-9421-3D3416F2596A}" type="pres">
      <dgm:prSet presAssocID="{1B4F17E3-4CE3-4228-B28A-FC0B168023F7}" presName="ChildText" presStyleLbl="revTx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5FB6027-B17B-4370-AE26-14E52DB1BFBA}" type="pres">
      <dgm:prSet presAssocID="{AD472214-5465-4C5F-8729-0BAFBB8ADBC7}" presName="sibTrans" presStyleCnt="0"/>
      <dgm:spPr/>
    </dgm:pt>
    <dgm:pt modelId="{51CA5309-D5D2-4FE4-94FE-3CBDF62629EF}" type="pres">
      <dgm:prSet presAssocID="{47B675C9-16DD-444B-AC5E-8E7E7428D8AC}" presName="composite" presStyleCnt="0"/>
      <dgm:spPr/>
    </dgm:pt>
    <dgm:pt modelId="{AD4FD0B8-8594-4D07-8237-6F10566233FE}" type="pres">
      <dgm:prSet presAssocID="{47B675C9-16DD-444B-AC5E-8E7E7428D8AC}" presName="ParentText" presStyleLbl="node1" presStyleIdx="4" presStyleCnt="5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CC4D59D-1282-4129-B24A-684DC423AE15}" type="pres">
      <dgm:prSet presAssocID="{47B675C9-16DD-444B-AC5E-8E7E7428D8AC}" presName="FinalChildText" presStyleLbl="revTx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66EDBA8F-0402-40DB-B800-C5DDAF1D72BB}" srcId="{76186F9F-97D0-4DC8-AAC1-D002272239B1}" destId="{1B4F17E3-4CE3-4228-B28A-FC0B168023F7}" srcOrd="3" destOrd="0" parTransId="{20635CBC-8C57-4FA0-9E97-54B43DC8E0CA}" sibTransId="{AD472214-5465-4C5F-8729-0BAFBB8ADBC7}"/>
    <dgm:cxn modelId="{4613F911-51E4-4652-A91C-972B4B7A78D5}" type="presOf" srcId="{B3504B21-98A2-4479-9112-FACC592823BE}" destId="{34C24D8D-96B0-43C2-8026-2D893618D433}" srcOrd="0" destOrd="0" presId="urn:microsoft.com/office/officeart/2005/8/layout/StepDownProcess"/>
    <dgm:cxn modelId="{90C2FEA9-C8BA-47AA-858E-00914609A999}" srcId="{3A1CD4A9-514F-43AD-A41D-87BA5FFFFFD3}" destId="{E7AB47E4-BEC7-4D62-A180-49FA89841FE5}" srcOrd="0" destOrd="0" parTransId="{05463B06-5502-45C1-B461-D7A56B0183B7}" sibTransId="{AD9933CC-11D9-45B7-9ED4-BE87554CC4F1}"/>
    <dgm:cxn modelId="{DE7E24B7-ACFA-4A93-AE4A-F3871B1843DD}" srcId="{76186F9F-97D0-4DC8-AAC1-D002272239B1}" destId="{3A1CD4A9-514F-43AD-A41D-87BA5FFFFFD3}" srcOrd="0" destOrd="0" parTransId="{4F05C6CC-56B6-4C89-B473-EFC0A3865D9C}" sibTransId="{D8E2FDDD-0ABF-42E1-BD71-AB54C1FD32D9}"/>
    <dgm:cxn modelId="{F9DB317A-54DC-4D20-8434-CBCAD62119D3}" srcId="{FAD3E14E-AB9E-4F26-A6B5-4EF5DF2263B0}" destId="{B3504B21-98A2-4479-9112-FACC592823BE}" srcOrd="0" destOrd="0" parTransId="{06ED1CBC-3646-43F1-AEBE-D1FFEF009F90}" sibTransId="{2F57FE96-5577-4F4C-8899-4A2842AB705D}"/>
    <dgm:cxn modelId="{122B53A2-0406-41BB-839E-CBE412C177E1}" srcId="{2E728774-2F52-4F47-84F2-D41C6CF68158}" destId="{23DBBF13-1D52-474F-97A9-99488F98F43E}" srcOrd="0" destOrd="0" parTransId="{BCC312D3-6508-4608-8B08-CA4320A3A022}" sibTransId="{796F8E6F-A007-428C-8285-36DD5C8DA485}"/>
    <dgm:cxn modelId="{DB4C1632-6A8C-4B60-BD89-9B17AE5D7F26}" type="presOf" srcId="{FAD3E14E-AB9E-4F26-A6B5-4EF5DF2263B0}" destId="{A61F31A0-0C90-420F-BD38-BBD08796B3E1}" srcOrd="0" destOrd="0" presId="urn:microsoft.com/office/officeart/2005/8/layout/StepDownProcess"/>
    <dgm:cxn modelId="{1A96E893-C790-44BD-845B-364D7AA54ADF}" srcId="{1B4F17E3-4CE3-4228-B28A-FC0B168023F7}" destId="{630CD2F4-6B6A-4BBF-84AF-D783FE75F1F4}" srcOrd="1" destOrd="0" parTransId="{0B7F6661-09A3-494B-A23F-F0F350D1511D}" sibTransId="{23C97249-E5D9-4878-B437-243EF69416D7}"/>
    <dgm:cxn modelId="{61328FE4-87B9-4967-B094-727F03C03215}" type="presOf" srcId="{A7093F83-4557-4042-BB4D-FBD43D75D4A8}" destId="{F73B23FF-AD78-42FD-9421-3D3416F2596A}" srcOrd="0" destOrd="0" presId="urn:microsoft.com/office/officeart/2005/8/layout/StepDownProcess"/>
    <dgm:cxn modelId="{DBDF49C2-FB49-4C3E-9E02-EDB40FA35C34}" type="presOf" srcId="{630CD2F4-6B6A-4BBF-84AF-D783FE75F1F4}" destId="{F73B23FF-AD78-42FD-9421-3D3416F2596A}" srcOrd="0" destOrd="1" presId="urn:microsoft.com/office/officeart/2005/8/layout/StepDownProcess"/>
    <dgm:cxn modelId="{B0A14735-B699-4715-9304-5F8FB34FFA32}" type="presOf" srcId="{E7AB47E4-BEC7-4D62-A180-49FA89841FE5}" destId="{E722204E-D27B-4FC9-80FE-3E406C06DDED}" srcOrd="0" destOrd="0" presId="urn:microsoft.com/office/officeart/2005/8/layout/StepDownProcess"/>
    <dgm:cxn modelId="{F68771A6-9E91-4DD1-BB9D-64639690CB43}" srcId="{1B4F17E3-4CE3-4228-B28A-FC0B168023F7}" destId="{A7093F83-4557-4042-BB4D-FBD43D75D4A8}" srcOrd="0" destOrd="0" parTransId="{847F1D1F-BD33-45D1-AC6C-39628BFAFD0F}" sibTransId="{DF4B4B96-252C-43C2-BA26-E0B09FFDB872}"/>
    <dgm:cxn modelId="{BAE82DAE-CA77-4614-BD2F-A66B1AFD83B6}" type="presOf" srcId="{1B4F17E3-4CE3-4228-B28A-FC0B168023F7}" destId="{504E9226-DFD4-43E6-A3F3-2D7480221CD1}" srcOrd="0" destOrd="0" presId="urn:microsoft.com/office/officeart/2005/8/layout/StepDownProcess"/>
    <dgm:cxn modelId="{54A52FF3-F699-4DA7-9C03-9D5209EC83C6}" type="presOf" srcId="{094631E1-8F3F-418D-838A-1784B6516D71}" destId="{34C24D8D-96B0-43C2-8026-2D893618D433}" srcOrd="0" destOrd="1" presId="urn:microsoft.com/office/officeart/2005/8/layout/StepDownProcess"/>
    <dgm:cxn modelId="{A2EA01BD-541F-46F4-A4B8-A7E30C9FABD7}" srcId="{2E728774-2F52-4F47-84F2-D41C6CF68158}" destId="{AA478805-0CA3-4E87-9BF8-DAEBFDCD32ED}" srcOrd="1" destOrd="0" parTransId="{E474CB18-88B9-4929-8E08-CA9C472A0003}" sibTransId="{CA7765AE-8CF4-4CF6-831C-376876C419A0}"/>
    <dgm:cxn modelId="{A0B1F001-A457-475E-941E-F8ACC5C670BF}" type="presOf" srcId="{99D27C96-1F69-40C8-9DD0-2155D1910924}" destId="{FCC4D59D-1282-4129-B24A-684DC423AE15}" srcOrd="0" destOrd="0" presId="urn:microsoft.com/office/officeart/2005/8/layout/StepDownProcess"/>
    <dgm:cxn modelId="{DEAC1F0B-B701-4FE3-97F4-9B4F3C67C760}" type="presOf" srcId="{AA478805-0CA3-4E87-9BF8-DAEBFDCD32ED}" destId="{7F5B8F9D-7FBF-4917-8F72-A818D0B6CDDD}" srcOrd="0" destOrd="1" presId="urn:microsoft.com/office/officeart/2005/8/layout/StepDownProcess"/>
    <dgm:cxn modelId="{CE240F30-D280-47B6-B24A-CF999BBEB6DC}" type="presOf" srcId="{2E728774-2F52-4F47-84F2-D41C6CF68158}" destId="{22CBAD90-543E-4A77-97C6-30F162088561}" srcOrd="0" destOrd="0" presId="urn:microsoft.com/office/officeart/2005/8/layout/StepDownProcess"/>
    <dgm:cxn modelId="{A6AC741F-5814-45B2-8074-53F98791095B}" type="presOf" srcId="{47B675C9-16DD-444B-AC5E-8E7E7428D8AC}" destId="{AD4FD0B8-8594-4D07-8237-6F10566233FE}" srcOrd="0" destOrd="0" presId="urn:microsoft.com/office/officeart/2005/8/layout/StepDownProcess"/>
    <dgm:cxn modelId="{3F3DA0BB-CB7B-4CE1-98F8-ADDEB8E2221F}" type="presOf" srcId="{23DBBF13-1D52-474F-97A9-99488F98F43E}" destId="{7F5B8F9D-7FBF-4917-8F72-A818D0B6CDDD}" srcOrd="0" destOrd="0" presId="urn:microsoft.com/office/officeart/2005/8/layout/StepDownProcess"/>
    <dgm:cxn modelId="{01F16C10-B0A2-4F4C-9A8E-600E6E6EC8B6}" srcId="{FAD3E14E-AB9E-4F26-A6B5-4EF5DF2263B0}" destId="{094631E1-8F3F-418D-838A-1784B6516D71}" srcOrd="1" destOrd="0" parTransId="{0B411F42-C3E9-4A2D-9748-0A5325F5E3F6}" sibTransId="{2BD223A0-B4D0-4D37-B0CE-D1AF320A121C}"/>
    <dgm:cxn modelId="{32A5D6E9-63C9-4E62-B2C6-7FC1347688B5}" srcId="{47B675C9-16DD-444B-AC5E-8E7E7428D8AC}" destId="{99D27C96-1F69-40C8-9DD0-2155D1910924}" srcOrd="0" destOrd="0" parTransId="{46D7378D-7AA2-424A-AE9F-A4AB6C79C6C1}" sibTransId="{C181F409-D523-4588-ADF2-6F73980CD853}"/>
    <dgm:cxn modelId="{2C2C6390-8B81-4A06-B590-75B31AC26A24}" type="presOf" srcId="{76186F9F-97D0-4DC8-AAC1-D002272239B1}" destId="{CA61AEDF-E8DC-48A8-91DB-6755FFF72E04}" srcOrd="0" destOrd="0" presId="urn:microsoft.com/office/officeart/2005/8/layout/StepDownProcess"/>
    <dgm:cxn modelId="{DED59D1C-EAB1-45D1-9ABD-86A1DA032487}" srcId="{76186F9F-97D0-4DC8-AAC1-D002272239B1}" destId="{47B675C9-16DD-444B-AC5E-8E7E7428D8AC}" srcOrd="4" destOrd="0" parTransId="{5CEEF6C7-1B4A-42F1-BC7C-44829125849D}" sibTransId="{A27EF762-C825-4712-8491-42EC31CB138D}"/>
    <dgm:cxn modelId="{C3DB4D2E-5FA1-4CA3-B1C4-5B6A1DD661C3}" type="presOf" srcId="{3A1CD4A9-514F-43AD-A41D-87BA5FFFFFD3}" destId="{E3F18FBB-99CC-4598-BF28-FEF50C01140F}" srcOrd="0" destOrd="0" presId="urn:microsoft.com/office/officeart/2005/8/layout/StepDownProcess"/>
    <dgm:cxn modelId="{F1D6BB35-50C9-4F32-930B-99B9AB86D0B0}" srcId="{76186F9F-97D0-4DC8-AAC1-D002272239B1}" destId="{2E728774-2F52-4F47-84F2-D41C6CF68158}" srcOrd="2" destOrd="0" parTransId="{3B6F95F2-5AFF-4ACC-836A-CA40A8C4800E}" sibTransId="{CF842945-5EDC-434E-BEB5-50827050698E}"/>
    <dgm:cxn modelId="{3EBA7F6C-0388-4584-9D43-25FFB54B0FF4}" srcId="{76186F9F-97D0-4DC8-AAC1-D002272239B1}" destId="{FAD3E14E-AB9E-4F26-A6B5-4EF5DF2263B0}" srcOrd="1" destOrd="0" parTransId="{C47FCA35-DBB6-4737-AF03-C532865A9EB3}" sibTransId="{C4C1BCAD-88B6-4DEB-9533-E6986360B2E9}"/>
    <dgm:cxn modelId="{87AEDB09-1733-46A0-9B70-6E1AF1C6B4ED}" type="presParOf" srcId="{CA61AEDF-E8DC-48A8-91DB-6755FFF72E04}" destId="{6B0DD793-4EF4-4F32-AD9A-1E6DE4656ACF}" srcOrd="0" destOrd="0" presId="urn:microsoft.com/office/officeart/2005/8/layout/StepDownProcess"/>
    <dgm:cxn modelId="{47EDDDB5-2DAD-4418-AB2C-04E0B0473FDF}" type="presParOf" srcId="{6B0DD793-4EF4-4F32-AD9A-1E6DE4656ACF}" destId="{7BB3EB5C-7F6E-4A7F-9209-196D863443CA}" srcOrd="0" destOrd="0" presId="urn:microsoft.com/office/officeart/2005/8/layout/StepDownProcess"/>
    <dgm:cxn modelId="{5D049938-2C44-4F88-A221-072FC4BECFFE}" type="presParOf" srcId="{6B0DD793-4EF4-4F32-AD9A-1E6DE4656ACF}" destId="{E3F18FBB-99CC-4598-BF28-FEF50C01140F}" srcOrd="1" destOrd="0" presId="urn:microsoft.com/office/officeart/2005/8/layout/StepDownProcess"/>
    <dgm:cxn modelId="{80FC1CE0-F9F1-495A-B758-08170C7D5C00}" type="presParOf" srcId="{6B0DD793-4EF4-4F32-AD9A-1E6DE4656ACF}" destId="{E722204E-D27B-4FC9-80FE-3E406C06DDED}" srcOrd="2" destOrd="0" presId="urn:microsoft.com/office/officeart/2005/8/layout/StepDownProcess"/>
    <dgm:cxn modelId="{937C6F11-D07E-4A85-B731-DC1302C3B297}" type="presParOf" srcId="{CA61AEDF-E8DC-48A8-91DB-6755FFF72E04}" destId="{B67D0372-9FA3-41FD-ADC2-67D03B4EBC10}" srcOrd="1" destOrd="0" presId="urn:microsoft.com/office/officeart/2005/8/layout/StepDownProcess"/>
    <dgm:cxn modelId="{C8E7F441-1CAA-4D8E-A001-0F44A7F46A58}" type="presParOf" srcId="{CA61AEDF-E8DC-48A8-91DB-6755FFF72E04}" destId="{32CFA3AF-1E8E-4B06-A340-36AE07D2F0CF}" srcOrd="2" destOrd="0" presId="urn:microsoft.com/office/officeart/2005/8/layout/StepDownProcess"/>
    <dgm:cxn modelId="{5F9136E4-F178-42B6-8677-C4E8A1B61E39}" type="presParOf" srcId="{32CFA3AF-1E8E-4B06-A340-36AE07D2F0CF}" destId="{35A97252-73C4-4836-8C4D-C1CF6230FA72}" srcOrd="0" destOrd="0" presId="urn:microsoft.com/office/officeart/2005/8/layout/StepDownProcess"/>
    <dgm:cxn modelId="{45D8A6F8-D912-4F5D-996B-F93F8ED2E398}" type="presParOf" srcId="{32CFA3AF-1E8E-4B06-A340-36AE07D2F0CF}" destId="{A61F31A0-0C90-420F-BD38-BBD08796B3E1}" srcOrd="1" destOrd="0" presId="urn:microsoft.com/office/officeart/2005/8/layout/StepDownProcess"/>
    <dgm:cxn modelId="{16D18569-77D8-4107-8E12-97945106E57A}" type="presParOf" srcId="{32CFA3AF-1E8E-4B06-A340-36AE07D2F0CF}" destId="{34C24D8D-96B0-43C2-8026-2D893618D433}" srcOrd="2" destOrd="0" presId="urn:microsoft.com/office/officeart/2005/8/layout/StepDownProcess"/>
    <dgm:cxn modelId="{092329C9-3F31-48D6-AF75-F42F935D144A}" type="presParOf" srcId="{CA61AEDF-E8DC-48A8-91DB-6755FFF72E04}" destId="{079502ED-717A-4F56-A61C-830DBE2B6411}" srcOrd="3" destOrd="0" presId="urn:microsoft.com/office/officeart/2005/8/layout/StepDownProcess"/>
    <dgm:cxn modelId="{B977BA35-1095-4F62-80AE-6D539FB57FB9}" type="presParOf" srcId="{CA61AEDF-E8DC-48A8-91DB-6755FFF72E04}" destId="{D2413311-24D3-48F1-A387-20CB47C1D860}" srcOrd="4" destOrd="0" presId="urn:microsoft.com/office/officeart/2005/8/layout/StepDownProcess"/>
    <dgm:cxn modelId="{BDD2A987-7BA4-4895-91E8-585E1620F822}" type="presParOf" srcId="{D2413311-24D3-48F1-A387-20CB47C1D860}" destId="{1FAC13A2-A3C9-4BEF-87A4-9EEA68D65AA5}" srcOrd="0" destOrd="0" presId="urn:microsoft.com/office/officeart/2005/8/layout/StepDownProcess"/>
    <dgm:cxn modelId="{04161E45-21F1-40E7-BF17-D695499E7F6F}" type="presParOf" srcId="{D2413311-24D3-48F1-A387-20CB47C1D860}" destId="{22CBAD90-543E-4A77-97C6-30F162088561}" srcOrd="1" destOrd="0" presId="urn:microsoft.com/office/officeart/2005/8/layout/StepDownProcess"/>
    <dgm:cxn modelId="{9170D394-359C-4EEA-B680-6F2DB85FDCAB}" type="presParOf" srcId="{D2413311-24D3-48F1-A387-20CB47C1D860}" destId="{7F5B8F9D-7FBF-4917-8F72-A818D0B6CDDD}" srcOrd="2" destOrd="0" presId="urn:microsoft.com/office/officeart/2005/8/layout/StepDownProcess"/>
    <dgm:cxn modelId="{9F3B847A-758C-44B3-9120-26217EB9AF23}" type="presParOf" srcId="{CA61AEDF-E8DC-48A8-91DB-6755FFF72E04}" destId="{B120EDBE-4C07-45A3-9468-EEB51CE5F677}" srcOrd="5" destOrd="0" presId="urn:microsoft.com/office/officeart/2005/8/layout/StepDownProcess"/>
    <dgm:cxn modelId="{19BE1B67-64E8-4D17-804E-4F96DC9F3441}" type="presParOf" srcId="{CA61AEDF-E8DC-48A8-91DB-6755FFF72E04}" destId="{89B27A98-EAE2-400C-8DA3-72B30CCDEDF8}" srcOrd="6" destOrd="0" presId="urn:microsoft.com/office/officeart/2005/8/layout/StepDownProcess"/>
    <dgm:cxn modelId="{C8F6F0B0-9787-4743-981E-9B97502D14A1}" type="presParOf" srcId="{89B27A98-EAE2-400C-8DA3-72B30CCDEDF8}" destId="{25F3E2B7-BF56-4E4C-812A-DD0519ED0C70}" srcOrd="0" destOrd="0" presId="urn:microsoft.com/office/officeart/2005/8/layout/StepDownProcess"/>
    <dgm:cxn modelId="{03BAB574-DE35-4627-8030-29B70EFB38FA}" type="presParOf" srcId="{89B27A98-EAE2-400C-8DA3-72B30CCDEDF8}" destId="{504E9226-DFD4-43E6-A3F3-2D7480221CD1}" srcOrd="1" destOrd="0" presId="urn:microsoft.com/office/officeart/2005/8/layout/StepDownProcess"/>
    <dgm:cxn modelId="{DEE4A896-9EDF-4E9A-B4EF-B2B48A6B1DEA}" type="presParOf" srcId="{89B27A98-EAE2-400C-8DA3-72B30CCDEDF8}" destId="{F73B23FF-AD78-42FD-9421-3D3416F2596A}" srcOrd="2" destOrd="0" presId="urn:microsoft.com/office/officeart/2005/8/layout/StepDownProcess"/>
    <dgm:cxn modelId="{16D01F44-C8C5-4DCC-ACD5-AC7679BE9528}" type="presParOf" srcId="{CA61AEDF-E8DC-48A8-91DB-6755FFF72E04}" destId="{D5FB6027-B17B-4370-AE26-14E52DB1BFBA}" srcOrd="7" destOrd="0" presId="urn:microsoft.com/office/officeart/2005/8/layout/StepDownProcess"/>
    <dgm:cxn modelId="{E1F6F3F4-FE2E-4AAA-B2BA-F653CE30D1F6}" type="presParOf" srcId="{CA61AEDF-E8DC-48A8-91DB-6755FFF72E04}" destId="{51CA5309-D5D2-4FE4-94FE-3CBDF62629EF}" srcOrd="8" destOrd="0" presId="urn:microsoft.com/office/officeart/2005/8/layout/StepDownProcess"/>
    <dgm:cxn modelId="{FC76A222-4BBC-4CDA-916A-2F0B696F4CD3}" type="presParOf" srcId="{51CA5309-D5D2-4FE4-94FE-3CBDF62629EF}" destId="{AD4FD0B8-8594-4D07-8237-6F10566233FE}" srcOrd="0" destOrd="0" presId="urn:microsoft.com/office/officeart/2005/8/layout/StepDownProcess"/>
    <dgm:cxn modelId="{88098493-B8B4-476E-A8C7-990C49B8D781}" type="presParOf" srcId="{51CA5309-D5D2-4FE4-94FE-3CBDF62629EF}" destId="{FCC4D59D-1282-4129-B24A-684DC423AE15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B3EB5C-7F6E-4A7F-9209-196D863443CA}">
      <dsp:nvSpPr>
        <dsp:cNvPr id="0" name=""/>
        <dsp:cNvSpPr/>
      </dsp:nvSpPr>
      <dsp:spPr>
        <a:xfrm rot="5400000">
          <a:off x="1457903" y="897358"/>
          <a:ext cx="780957" cy="88909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18FBB-99CC-4598-BF28-FEF50C01140F}">
      <dsp:nvSpPr>
        <dsp:cNvPr id="0" name=""/>
        <dsp:cNvSpPr/>
      </dsp:nvSpPr>
      <dsp:spPr>
        <a:xfrm>
          <a:off x="1250997" y="31651"/>
          <a:ext cx="1314672" cy="920227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Arial"/>
            </a:rPr>
            <a:t>Mic</a:t>
          </a:r>
          <a:endParaRPr lang="en-US" sz="2200" kern="1200" dirty="0"/>
        </a:p>
      </dsp:txBody>
      <dsp:txXfrm>
        <a:off x="1295927" y="76581"/>
        <a:ext cx="1224812" cy="830367"/>
      </dsp:txXfrm>
    </dsp:sp>
    <dsp:sp modelId="{E722204E-D27B-4FC9-80FE-3E406C06DDED}">
      <dsp:nvSpPr>
        <dsp:cNvPr id="0" name=""/>
        <dsp:cNvSpPr/>
      </dsp:nvSpPr>
      <dsp:spPr>
        <a:xfrm>
          <a:off x="2565669" y="119415"/>
          <a:ext cx="956167" cy="743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Arial"/>
            </a:rPr>
            <a:t>Collects audio</a:t>
          </a:r>
          <a:endParaRPr lang="en-US" sz="1400" kern="1200" dirty="0"/>
        </a:p>
      </dsp:txBody>
      <dsp:txXfrm>
        <a:off x="2565669" y="119415"/>
        <a:ext cx="956167" cy="743768"/>
      </dsp:txXfrm>
    </dsp:sp>
    <dsp:sp modelId="{35A97252-73C4-4836-8C4D-C1CF6230FA72}">
      <dsp:nvSpPr>
        <dsp:cNvPr id="0" name=""/>
        <dsp:cNvSpPr/>
      </dsp:nvSpPr>
      <dsp:spPr>
        <a:xfrm rot="5400000">
          <a:off x="2547906" y="1931077"/>
          <a:ext cx="780957" cy="88909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4363171"/>
            <a:satOff val="-234"/>
            <a:lumOff val="378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F31A0-0C90-420F-BD38-BBD08796B3E1}">
      <dsp:nvSpPr>
        <dsp:cNvPr id="0" name=""/>
        <dsp:cNvSpPr/>
      </dsp:nvSpPr>
      <dsp:spPr>
        <a:xfrm>
          <a:off x="2341000" y="1065370"/>
          <a:ext cx="1314672" cy="920227"/>
        </a:xfrm>
        <a:prstGeom prst="roundRect">
          <a:avLst>
            <a:gd name="adj" fmla="val 166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>
              <a:latin typeface="Arial"/>
            </a:rPr>
            <a:t>Labview</a:t>
          </a:r>
          <a:endParaRPr lang="en-US" sz="2200" kern="1200" dirty="0"/>
        </a:p>
      </dsp:txBody>
      <dsp:txXfrm>
        <a:off x="2385930" y="1110300"/>
        <a:ext cx="1224812" cy="830367"/>
      </dsp:txXfrm>
    </dsp:sp>
    <dsp:sp modelId="{34C24D8D-96B0-43C2-8026-2D893618D433}">
      <dsp:nvSpPr>
        <dsp:cNvPr id="0" name=""/>
        <dsp:cNvSpPr/>
      </dsp:nvSpPr>
      <dsp:spPr>
        <a:xfrm>
          <a:off x="3655672" y="1153135"/>
          <a:ext cx="956167" cy="743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/>
            </a:rPr>
            <a:t>Creates .wav file</a:t>
          </a:r>
          <a:endParaRPr lang="en-US" sz="140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/>
            </a:rPr>
            <a:t>Posts request to server </a:t>
          </a:r>
          <a:endParaRPr lang="en-US" sz="1400" kern="1200" dirty="0"/>
        </a:p>
      </dsp:txBody>
      <dsp:txXfrm>
        <a:off x="3655672" y="1153135"/>
        <a:ext cx="956167" cy="743768"/>
      </dsp:txXfrm>
    </dsp:sp>
    <dsp:sp modelId="{1FAC13A2-A3C9-4BEF-87A4-9EEA68D65AA5}">
      <dsp:nvSpPr>
        <dsp:cNvPr id="0" name=""/>
        <dsp:cNvSpPr/>
      </dsp:nvSpPr>
      <dsp:spPr>
        <a:xfrm rot="5400000">
          <a:off x="3637909" y="2964797"/>
          <a:ext cx="780957" cy="88909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8726342"/>
            <a:satOff val="-469"/>
            <a:lumOff val="75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BAD90-543E-4A77-97C6-30F162088561}">
      <dsp:nvSpPr>
        <dsp:cNvPr id="0" name=""/>
        <dsp:cNvSpPr/>
      </dsp:nvSpPr>
      <dsp:spPr>
        <a:xfrm>
          <a:off x="3431003" y="2099090"/>
          <a:ext cx="1314672" cy="920227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Server</a:t>
          </a:r>
          <a:endParaRPr lang="en-US" sz="2200" kern="1200" dirty="0"/>
        </a:p>
      </dsp:txBody>
      <dsp:txXfrm>
        <a:off x="3475933" y="2144020"/>
        <a:ext cx="1224812" cy="830367"/>
      </dsp:txXfrm>
    </dsp:sp>
    <dsp:sp modelId="{7F5B8F9D-7FBF-4917-8F72-A818D0B6CDDD}">
      <dsp:nvSpPr>
        <dsp:cNvPr id="0" name=""/>
        <dsp:cNvSpPr/>
      </dsp:nvSpPr>
      <dsp:spPr>
        <a:xfrm>
          <a:off x="4745675" y="2186855"/>
          <a:ext cx="956167" cy="743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/>
            </a:rPr>
            <a:t>Predict</a:t>
          </a:r>
          <a:r>
            <a:rPr lang="en-US" sz="1400" kern="1200" baseline="0" dirty="0" smtClean="0">
              <a:latin typeface="Arial"/>
            </a:rPr>
            <a:t> whether siren or not </a:t>
          </a:r>
          <a:endParaRPr lang="en-US" sz="1400" kern="1200" dirty="0">
            <a:latin typeface="Arial"/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>
              <a:latin typeface="Arial"/>
            </a:rPr>
            <a:t>Sends response to </a:t>
          </a:r>
          <a:r>
            <a:rPr lang="en-US" sz="1400" kern="1200" dirty="0" err="1" smtClean="0">
              <a:latin typeface="Arial"/>
            </a:rPr>
            <a:t>Labview</a:t>
          </a:r>
          <a:endParaRPr lang="en-US" sz="1400" kern="1200" dirty="0">
            <a:latin typeface="Arial"/>
          </a:endParaRPr>
        </a:p>
      </dsp:txBody>
      <dsp:txXfrm>
        <a:off x="4745675" y="2186855"/>
        <a:ext cx="956167" cy="743768"/>
      </dsp:txXfrm>
    </dsp:sp>
    <dsp:sp modelId="{25F3E2B7-BF56-4E4C-812A-DD0519ED0C70}">
      <dsp:nvSpPr>
        <dsp:cNvPr id="0" name=""/>
        <dsp:cNvSpPr/>
      </dsp:nvSpPr>
      <dsp:spPr>
        <a:xfrm rot="5400000">
          <a:off x="4727912" y="3998516"/>
          <a:ext cx="780957" cy="88909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-13089511"/>
            <a:satOff val="-703"/>
            <a:lumOff val="1136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4E9226-DFD4-43E6-A3F3-2D7480221CD1}">
      <dsp:nvSpPr>
        <dsp:cNvPr id="0" name=""/>
        <dsp:cNvSpPr/>
      </dsp:nvSpPr>
      <dsp:spPr>
        <a:xfrm>
          <a:off x="4521006" y="3132810"/>
          <a:ext cx="1314672" cy="920227"/>
        </a:xfrm>
        <a:prstGeom prst="roundRect">
          <a:avLst>
            <a:gd name="adj" fmla="val 166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Labview</a:t>
          </a:r>
          <a:endParaRPr lang="en-IN" sz="2200" kern="1200" dirty="0"/>
        </a:p>
      </dsp:txBody>
      <dsp:txXfrm>
        <a:off x="4565936" y="3177740"/>
        <a:ext cx="1224812" cy="830367"/>
      </dsp:txXfrm>
    </dsp:sp>
    <dsp:sp modelId="{F73B23FF-AD78-42FD-9421-3D3416F2596A}">
      <dsp:nvSpPr>
        <dsp:cNvPr id="0" name=""/>
        <dsp:cNvSpPr/>
      </dsp:nvSpPr>
      <dsp:spPr>
        <a:xfrm>
          <a:off x="5835678" y="3220574"/>
          <a:ext cx="956167" cy="743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Handles response </a:t>
          </a:r>
          <a:endParaRPr lang="en-IN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 smtClean="0"/>
            <a:t>Sends output to </a:t>
          </a:r>
          <a:r>
            <a:rPr lang="en-US" sz="1400" kern="1200" dirty="0" err="1" smtClean="0"/>
            <a:t>arduino</a:t>
          </a:r>
          <a:endParaRPr lang="en-IN" sz="1400" kern="1200" dirty="0"/>
        </a:p>
      </dsp:txBody>
      <dsp:txXfrm>
        <a:off x="5835678" y="3220574"/>
        <a:ext cx="956167" cy="743768"/>
      </dsp:txXfrm>
    </dsp:sp>
    <dsp:sp modelId="{AD4FD0B8-8594-4D07-8237-6F10566233FE}">
      <dsp:nvSpPr>
        <dsp:cNvPr id="0" name=""/>
        <dsp:cNvSpPr/>
      </dsp:nvSpPr>
      <dsp:spPr>
        <a:xfrm>
          <a:off x="5611009" y="4166529"/>
          <a:ext cx="1314672" cy="920227"/>
        </a:xfrm>
        <a:prstGeom prst="roundRect">
          <a:avLst>
            <a:gd name="adj" fmla="val 166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>
              <a:latin typeface="Arial"/>
            </a:rPr>
            <a:t>LED</a:t>
          </a:r>
          <a:endParaRPr lang="en-US" sz="2200" kern="1200" dirty="0"/>
        </a:p>
      </dsp:txBody>
      <dsp:txXfrm>
        <a:off x="5655939" y="4211459"/>
        <a:ext cx="1224812" cy="830367"/>
      </dsp:txXfrm>
    </dsp:sp>
    <dsp:sp modelId="{FCC4D59D-1282-4129-B24A-684DC423AE15}">
      <dsp:nvSpPr>
        <dsp:cNvPr id="0" name=""/>
        <dsp:cNvSpPr/>
      </dsp:nvSpPr>
      <dsp:spPr>
        <a:xfrm>
          <a:off x="6925682" y="4254294"/>
          <a:ext cx="956167" cy="743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kern="1200" dirty="0">
              <a:latin typeface="Arial"/>
            </a:rPr>
            <a:t>Shows predicted output</a:t>
          </a:r>
        </a:p>
      </dsp:txBody>
      <dsp:txXfrm>
        <a:off x="6925682" y="4254294"/>
        <a:ext cx="956167" cy="743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963333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491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1375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2483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4495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33994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Noto Sans Symbols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5B6AE37-F510-4104-97FF-62A2F4C8CA52}" type="datetime1">
              <a:rPr lang="en-US" smtClean="0"/>
              <a:t>11/3/2025</a:t>
            </a:fld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3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Symbols"/>
              <a:buNone/>
              <a:defRPr sz="13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27D1AF0-74A6-435B-ADC6-86715D84DEFF}" type="datetime1">
              <a:rPr lang="en-US" smtClean="0"/>
              <a:t>11/3/2025</a:t>
            </a:fld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51CE321-8E86-464A-BDEE-89274993642E}" type="datetime1">
              <a:rPr lang="en-US" smtClean="0"/>
              <a:t>11/3/2025</a:t>
            </a:fld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342900" marR="0" lvl="0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  <a:defRPr sz="13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AA311AD-1A49-46C5-A851-1A130A200094}" type="datetime1">
              <a:rPr lang="en-US" smtClean="0"/>
              <a:t>11/3/2025</a:t>
            </a:fld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3238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3048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9252B03-F403-4777-A792-65E1AA083379}" type="datetime1">
              <a:rPr lang="en-US" smtClean="0"/>
              <a:t>11/3/2025</a:t>
            </a:fld>
            <a:endParaRPr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R="0" lvl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171450" algn="l" rtl="0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0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17145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171450" algn="l" rtl="0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  <a:defRPr sz="7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Noto Sans Symbols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171450" algn="l" rtl="0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6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245805E-865A-4920-A64D-75716755D983}" type="datetime1">
              <a:rPr lang="en-US" smtClean="0"/>
              <a:t>11/3/2025</a:t>
            </a:fld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2536825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1416501A-7A99-40D9-A72C-2746E5187F85}" type="datetime1">
              <a:rPr lang="en-US" smtClean="0"/>
              <a:t>11/3/2025</a:t>
            </a:fld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4732338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27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541339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342900" marR="0" lvl="0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57400" marR="0" lvl="5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00300" marR="0" lvl="6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743200" marR="0" lvl="7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086100" marR="0" lvl="8" indent="-2667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9276BF41-2A73-4173-B240-C16B2B5DA131}" type="datetime1">
              <a:rPr lang="en-US" smtClean="0"/>
              <a:t>11/3/2025</a:t>
            </a:fld>
            <a:endParaRPr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 r="-22000"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457200" y="2286002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457200" y="638139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23FE780-9047-4C10-926F-A43A97007AC1}" type="datetime1">
              <a:rPr lang="en-US" smtClean="0"/>
              <a:t>11/3/2025</a:t>
            </a:fld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122488" y="6373548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Computer Engineering Dept. MPSTME, Mumbai Campus </a:t>
            </a: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553200" y="6373548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788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4"/>
            <a:ext cx="5829300" cy="712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4400" dirty="0" smtClean="0"/>
              <a:t>SIGNAL CONTROLLER</a:t>
            </a:r>
            <a:endParaRPr lang="en-US" sz="4400" dirty="0"/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130609"/>
            <a:ext cx="4800600" cy="457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Developed By 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J042 Divy </a:t>
            </a:r>
            <a:r>
              <a:rPr lang="en-US" sz="2400" dirty="0" err="1">
                <a:solidFill>
                  <a:schemeClr val="tx1"/>
                </a:solidFill>
              </a:rPr>
              <a:t>Pashine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J054 Jashan Shah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J067 Arijit Srivastava</a:t>
            </a:r>
          </a:p>
          <a:p>
            <a:pPr marL="0" indent="0"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Under the Guidance of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Prof. Dattatray Sawant</a:t>
            </a:r>
          </a:p>
          <a:p>
            <a:pPr marL="0" indent="0">
              <a:spcBef>
                <a:spcPts val="0"/>
              </a:spcBef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Sem : VI   Subject : SCADA </a:t>
            </a:r>
          </a:p>
          <a:p>
            <a:pPr marL="0" indent="0">
              <a:spcBef>
                <a:spcPts val="0"/>
              </a:spcBef>
            </a:pPr>
            <a:r>
              <a:rPr lang="en-US" sz="2400" dirty="0">
                <a:solidFill>
                  <a:schemeClr val="tx1"/>
                </a:solidFill>
              </a:rPr>
              <a:t>B Tech Data Science </a:t>
            </a:r>
          </a:p>
          <a:p>
            <a:pPr marL="0" indent="0"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Academic Year : 2025 -2026</a:t>
            </a:r>
          </a:p>
          <a:p>
            <a:pPr marL="0" indent="0"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</a:rPr>
              <a:t>  </a:t>
            </a: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57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3600" dirty="0"/>
              <a:t>VI’s used in Front Panel</a:t>
            </a:r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411963"/>
            <a:ext cx="4800600" cy="399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3309" y="2341200"/>
            <a:ext cx="83773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Boolean Indicator: Used to simulate traffic lights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Stop button: To Exit the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String Indicator: To print the response from the server for debugging</a:t>
            </a:r>
            <a:endParaRPr lang="en-IN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54" y="4017818"/>
            <a:ext cx="2683591" cy="26297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145" y="4689668"/>
            <a:ext cx="5953956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891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3600" dirty="0"/>
              <a:t>VI’s used in Block Diagram</a:t>
            </a:r>
            <a:r>
              <a:rPr lang="en-US" sz="3200" dirty="0"/>
              <a:t> </a:t>
            </a:r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411963"/>
            <a:ext cx="4800600" cy="399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1745" y="2411962"/>
            <a:ext cx="86637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WHILE loop with shift register: Loops the simulation and remembers the previous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CASE STRUCTURE: Decides which case to go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LOCAL VARIABLE: Controls the 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LINX: Used to write n channels in Arduino all in one go to control the physical LEDs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ACQUIRE SOUND: Uses microphone to record surrounding audio for five seconds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SOUND FILE WRITE: Converts raw audio into a .wav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POST: Uses the </a:t>
            </a:r>
            <a:r>
              <a:rPr lang="en-US" sz="1800" dirty="0" err="1" smtClean="0"/>
              <a:t>Labview</a:t>
            </a:r>
            <a:r>
              <a:rPr lang="en-US" sz="1800" dirty="0" smtClean="0"/>
              <a:t> HTTP client to send a </a:t>
            </a:r>
            <a:r>
              <a:rPr lang="en-US" sz="1800" dirty="0"/>
              <a:t>post request to </a:t>
            </a:r>
            <a:r>
              <a:rPr lang="en-US" sz="1800" dirty="0" smtClean="0"/>
              <a:t>“/predict” with the location of the .wav file for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MATCH PATTERN: Compares the response from the server with “true” to check if the sound is a siren or not.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18989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291" y="1318670"/>
            <a:ext cx="2734767" cy="2579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530" y="1417699"/>
            <a:ext cx="2650361" cy="2381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073" y="3798715"/>
            <a:ext cx="6866999" cy="288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77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657350" y="1309443"/>
            <a:ext cx="6313632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3600" dirty="0"/>
              <a:t>Components used in Hardware</a:t>
            </a:r>
          </a:p>
        </p:txBody>
      </p:sp>
      <p:sp>
        <p:nvSpPr>
          <p:cNvPr id="89" name="Shape 89"/>
          <p:cNvSpPr txBox="1">
            <a:spLocks noGrp="1"/>
          </p:cNvSpPr>
          <p:nvPr>
            <p:ph type="subTitle" idx="1"/>
          </p:nvPr>
        </p:nvSpPr>
        <p:spPr>
          <a:xfrm>
            <a:off x="2171700" y="2411963"/>
            <a:ext cx="4800600" cy="3999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7091" y="2411962"/>
            <a:ext cx="85898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Breadboard: Connects everything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LED: Simulates traffic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Jumper Cables: Connects LEDs with Arduino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Arduino UNO: Handles the transfer of data from </a:t>
            </a:r>
            <a:r>
              <a:rPr lang="en-US" sz="1800" dirty="0" err="1" smtClean="0"/>
              <a:t>Labview</a:t>
            </a:r>
            <a:r>
              <a:rPr lang="en-US" sz="1800" dirty="0" smtClean="0"/>
              <a:t> to hardware and vice a versa.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/>
              <a:t>Microphone: Used to collect audio</a:t>
            </a:r>
            <a:endParaRPr lang="en-IN" sz="1800" dirty="0"/>
          </a:p>
        </p:txBody>
      </p:sp>
      <p:pic>
        <p:nvPicPr>
          <p:cNvPr id="6" name="Picture 5" descr="Arduino Uno - Wikipedia">
            <a:extLst>
              <a:ext uri="{FF2B5EF4-FFF2-40B4-BE49-F238E27FC236}">
                <a16:creationId xmlns="" xmlns:a16="http://schemas.microsoft.com/office/drawing/2014/main" id="{0AB29B2F-93C1-D8EB-32B9-2E953A5AD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" y="4492277"/>
            <a:ext cx="2143125" cy="2143125"/>
          </a:xfrm>
          <a:prstGeom prst="rect">
            <a:avLst/>
          </a:prstGeom>
        </p:spPr>
      </p:pic>
      <p:pic>
        <p:nvPicPr>
          <p:cNvPr id="7" name="Picture 6" descr="How to Use a Breadboard - SparkFun Learn">
            <a:extLst>
              <a:ext uri="{FF2B5EF4-FFF2-40B4-BE49-F238E27FC236}">
                <a16:creationId xmlns="" xmlns:a16="http://schemas.microsoft.com/office/drawing/2014/main" id="{70565E25-5179-6DF3-D705-E48DDDE33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312" y="4770757"/>
            <a:ext cx="2619375" cy="1752600"/>
          </a:xfrm>
          <a:prstGeom prst="rect">
            <a:avLst/>
          </a:prstGeom>
        </p:spPr>
      </p:pic>
      <p:pic>
        <p:nvPicPr>
          <p:cNvPr id="8" name="Picture 7" descr="Breadboard Jumper Wires Male to Female ...">
            <a:extLst>
              <a:ext uri="{FF2B5EF4-FFF2-40B4-BE49-F238E27FC236}">
                <a16:creationId xmlns="" xmlns:a16="http://schemas.microsoft.com/office/drawing/2014/main" id="{E0C5A71B-E5EA-F3AF-9FA9-2B004258B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3784" y="457549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19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="" xmlns:a16="http://schemas.microsoft.com/office/drawing/2014/main" id="{690098D2-8DDF-AE83-2133-E076669A8E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8139366"/>
              </p:ext>
            </p:extLst>
          </p:nvPr>
        </p:nvGraphicFramePr>
        <p:xfrm>
          <a:off x="11152" y="1600200"/>
          <a:ext cx="9132847" cy="5118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1449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>
            <a:spLocks noGrp="1"/>
          </p:cNvSpPr>
          <p:nvPr>
            <p:ph type="ctrTitle"/>
          </p:nvPr>
        </p:nvSpPr>
        <p:spPr>
          <a:xfrm>
            <a:off x="1415183" y="995406"/>
            <a:ext cx="6313632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r>
              <a:rPr lang="en-US" sz="3600" dirty="0" smtClean="0"/>
              <a:t>Python Server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314036" y="2017148"/>
            <a:ext cx="851592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Creates a Flask server in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Exposes “/predict” route to the host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The server allows a POST request from </a:t>
            </a:r>
            <a:r>
              <a:rPr lang="en-US" sz="2000" dirty="0" err="1" smtClean="0"/>
              <a:t>labview</a:t>
            </a:r>
            <a:r>
              <a:rPr lang="en-US" sz="2000" dirty="0" smtClean="0"/>
              <a:t> with the file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Based on the audio predicts whether it is a siren or not, and sends the prediction as a response.</a:t>
            </a:r>
            <a:endParaRPr lang="en-IN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48364"/>
            <a:ext cx="4218416" cy="308502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866" y="4039690"/>
            <a:ext cx="4914134" cy="230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6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56171"/>
            <a:ext cx="7772400" cy="1362075"/>
          </a:xfrm>
        </p:spPr>
        <p:txBody>
          <a:bodyPr/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307865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317</Words>
  <Application>Microsoft Office PowerPoint</Application>
  <PresentationFormat>On-screen Show (4:3)</PresentationFormat>
  <Paragraphs>56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Noto Sans Symbols</vt:lpstr>
      <vt:lpstr>MPSTME</vt:lpstr>
      <vt:lpstr>SIGNAL CONTROLLER</vt:lpstr>
      <vt:lpstr>VI’s used in Front Panel</vt:lpstr>
      <vt:lpstr>VI’s used in Block Diagram </vt:lpstr>
      <vt:lpstr>PowerPoint Presentation</vt:lpstr>
      <vt:lpstr>Components used in Hardware</vt:lpstr>
      <vt:lpstr>PowerPoint Presentation</vt:lpstr>
      <vt:lpstr>Python Server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Air Pollution Trends</dc:title>
  <dc:creator>Shubha Puthran</dc:creator>
  <cp:lastModifiedBy>ADMIN</cp:lastModifiedBy>
  <cp:revision>72</cp:revision>
  <dcterms:modified xsi:type="dcterms:W3CDTF">2025-11-03T12:03:57Z</dcterms:modified>
</cp:coreProperties>
</file>